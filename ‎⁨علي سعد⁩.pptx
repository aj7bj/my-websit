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8" r:id="rId3"/>
    <p:sldId id="270" r:id="rId4"/>
    <p:sldId id="268" r:id="rId5"/>
    <p:sldId id="272" r:id="rId6"/>
    <p:sldId id="271" r:id="rId7"/>
    <p:sldId id="273" r:id="rId8"/>
    <p:sldId id="27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2731F"/>
    <a:srgbClr val="EBD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90F0C3-11AE-4DD6-964E-D4BEB572F4AF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03E3CB-6433-45D2-8BA2-9092BF4BF909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ar-IQ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انجازات</a:t>
          </a:r>
          <a:endParaRPr lang="en-US" sz="3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8170DBA-8697-49F7-B15A-A35DCB1D8799}" type="parTrans" cxnId="{DE5C97AF-9DB3-4802-92A8-B2FD4C91DF71}">
      <dgm:prSet/>
      <dgm:spPr/>
      <dgm:t>
        <a:bodyPr/>
        <a:lstStyle/>
        <a:p>
          <a:endParaRPr lang="en-US"/>
        </a:p>
      </dgm:t>
    </dgm:pt>
    <dgm:pt modelId="{1C47CADB-E7A6-43DD-93AA-954E5286724B}" type="sibTrans" cxnId="{DE5C97AF-9DB3-4802-92A8-B2FD4C91DF71}">
      <dgm:prSet/>
      <dgm:spPr/>
      <dgm:t>
        <a:bodyPr/>
        <a:lstStyle/>
        <a:p>
          <a:endParaRPr lang="en-US"/>
        </a:p>
      </dgm:t>
    </dgm:pt>
    <dgm:pt modelId="{F710BC3E-415A-4E7C-8110-FE155EDAAF8D}">
      <dgm:prSet phldrT="[Text]" custT="1"/>
      <dgm:spPr>
        <a:solidFill>
          <a:srgbClr val="EBD18C"/>
        </a:solidFill>
      </dgm:spPr>
      <dgm:t>
        <a:bodyPr/>
        <a:lstStyle/>
        <a:p>
          <a:r>
            <a:rPr lang="ar-SA" sz="2800" b="1" i="0" dirty="0">
              <a:solidFill>
                <a:srgbClr val="62731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تحليل النصوص الأدبية والنقد</a:t>
          </a:r>
          <a:endParaRPr lang="en-US" sz="2800" dirty="0">
            <a:solidFill>
              <a:srgbClr val="62731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A8CF4FD-D5CE-4C0D-AD96-F79D5A4518C6}" type="parTrans" cxnId="{D82B80C7-3872-4D8F-A44C-43A0BC67FD11}">
      <dgm:prSet/>
      <dgm:spPr/>
      <dgm:t>
        <a:bodyPr/>
        <a:lstStyle/>
        <a:p>
          <a:endParaRPr lang="en-US"/>
        </a:p>
      </dgm:t>
    </dgm:pt>
    <dgm:pt modelId="{189197E2-E633-4683-ABA6-08C4A48CDF17}" type="sibTrans" cxnId="{D82B80C7-3872-4D8F-A44C-43A0BC67FD11}">
      <dgm:prSet/>
      <dgm:spPr/>
      <dgm:t>
        <a:bodyPr/>
        <a:lstStyle/>
        <a:p>
          <a:endParaRPr lang="en-US"/>
        </a:p>
      </dgm:t>
    </dgm:pt>
    <dgm:pt modelId="{420CC666-11CE-49D3-BFC7-977EC406508E}">
      <dgm:prSet phldrT="[Text]" custT="1"/>
      <dgm:spPr>
        <a:solidFill>
          <a:srgbClr val="EBD18C"/>
        </a:solidFill>
      </dgm:spPr>
      <dgm:t>
        <a:bodyPr/>
        <a:lstStyle/>
        <a:p>
          <a:r>
            <a:rPr lang="ar-SA" sz="3600" b="1" i="0" dirty="0">
              <a:solidFill>
                <a:schemeClr val="accent1">
                  <a:lumMod val="75000"/>
                </a:schemeClr>
              </a:solidFill>
            </a:rPr>
            <a:t>علم العروض</a:t>
          </a:r>
          <a:endParaRPr lang="en-US" sz="3600" dirty="0">
            <a:solidFill>
              <a:schemeClr val="accent1">
                <a:lumMod val="75000"/>
              </a:schemeClr>
            </a:solidFill>
          </a:endParaRPr>
        </a:p>
      </dgm:t>
    </dgm:pt>
    <dgm:pt modelId="{5055229F-AFC2-4D40-8B71-E9E120796505}" type="parTrans" cxnId="{A76310F3-A8C0-45BC-B9C9-D95C988B9558}">
      <dgm:prSet/>
      <dgm:spPr/>
      <dgm:t>
        <a:bodyPr/>
        <a:lstStyle/>
        <a:p>
          <a:endParaRPr lang="en-US"/>
        </a:p>
      </dgm:t>
    </dgm:pt>
    <dgm:pt modelId="{88F008BF-AD14-4B63-9E1D-F1228FC11A58}" type="sibTrans" cxnId="{A76310F3-A8C0-45BC-B9C9-D95C988B9558}">
      <dgm:prSet/>
      <dgm:spPr/>
      <dgm:t>
        <a:bodyPr/>
        <a:lstStyle/>
        <a:p>
          <a:endParaRPr lang="en-US"/>
        </a:p>
      </dgm:t>
    </dgm:pt>
    <dgm:pt modelId="{3FC4818E-099C-4F63-8BE2-2F62E6D651C8}">
      <dgm:prSet phldrT="[Text]"/>
      <dgm:spPr>
        <a:solidFill>
          <a:srgbClr val="EBD18C"/>
        </a:solidFill>
      </dgm:spPr>
      <dgm:t>
        <a:bodyPr/>
        <a:lstStyle/>
        <a:p>
          <a:r>
            <a:rPr lang="ar-SA" b="1" i="0" dirty="0">
              <a:solidFill>
                <a:srgbClr val="62731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المعجمات الأولى</a:t>
          </a:r>
          <a:endParaRPr lang="en-US" dirty="0">
            <a:solidFill>
              <a:srgbClr val="62731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B54A88D-3AE6-4F34-9218-42CCE9895179}" type="parTrans" cxnId="{F9C4D82C-7F03-48CE-A7B0-7B178B8A6220}">
      <dgm:prSet/>
      <dgm:spPr/>
      <dgm:t>
        <a:bodyPr/>
        <a:lstStyle/>
        <a:p>
          <a:endParaRPr lang="en-US"/>
        </a:p>
      </dgm:t>
    </dgm:pt>
    <dgm:pt modelId="{38C0BC19-7E5C-4532-82A9-CA28C66DE3A6}" type="sibTrans" cxnId="{F9C4D82C-7F03-48CE-A7B0-7B178B8A6220}">
      <dgm:prSet/>
      <dgm:spPr/>
      <dgm:t>
        <a:bodyPr/>
        <a:lstStyle/>
        <a:p>
          <a:endParaRPr lang="en-US"/>
        </a:p>
      </dgm:t>
    </dgm:pt>
    <dgm:pt modelId="{BE72283E-1F57-487B-A5E9-EA73BEE0F8AA}">
      <dgm:prSet phldrT="[Text]"/>
      <dgm:spPr>
        <a:solidFill>
          <a:srgbClr val="EBD18C"/>
        </a:solidFill>
      </dgm:spPr>
      <dgm:t>
        <a:bodyPr/>
        <a:lstStyle/>
        <a:p>
          <a:r>
            <a:rPr lang="ar-SA" b="1" i="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أسس علم الصرف</a:t>
          </a:r>
          <a:endParaRPr lang="en-US" dirty="0">
            <a:solidFill>
              <a:schemeClr val="accent1">
                <a:lumMod val="7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0C615B3-6F8E-414F-BDEE-DFC655F5A73E}" type="parTrans" cxnId="{BE5E8D45-7167-41AD-8A26-CFD52AC65924}">
      <dgm:prSet/>
      <dgm:spPr/>
      <dgm:t>
        <a:bodyPr/>
        <a:lstStyle/>
        <a:p>
          <a:endParaRPr lang="en-US"/>
        </a:p>
      </dgm:t>
    </dgm:pt>
    <dgm:pt modelId="{390BADF7-70D1-4CA5-A05B-65183E492590}" type="sibTrans" cxnId="{BE5E8D45-7167-41AD-8A26-CFD52AC65924}">
      <dgm:prSet/>
      <dgm:spPr/>
      <dgm:t>
        <a:bodyPr/>
        <a:lstStyle/>
        <a:p>
          <a:endParaRPr lang="en-US"/>
        </a:p>
      </dgm:t>
    </dgm:pt>
    <dgm:pt modelId="{51669455-B6CE-4D09-AE51-AFB903C28787}" type="pres">
      <dgm:prSet presAssocID="{1590F0C3-11AE-4DD6-964E-D4BEB572F4A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E630738-CFCC-4460-9E60-3D007CB8463C}" type="pres">
      <dgm:prSet presAssocID="{1590F0C3-11AE-4DD6-964E-D4BEB572F4AF}" presName="matrix" presStyleCnt="0"/>
      <dgm:spPr/>
    </dgm:pt>
    <dgm:pt modelId="{5397E6B9-578F-44B0-88CC-863E849949AF}" type="pres">
      <dgm:prSet presAssocID="{1590F0C3-11AE-4DD6-964E-D4BEB572F4AF}" presName="tile1" presStyleLbl="node1" presStyleIdx="0" presStyleCnt="4" custLinFactNeighborX="-18566" custLinFactNeighborY="-2316"/>
      <dgm:spPr/>
    </dgm:pt>
    <dgm:pt modelId="{4D82395C-A801-4E97-9D13-F5EFC1A37351}" type="pres">
      <dgm:prSet presAssocID="{1590F0C3-11AE-4DD6-964E-D4BEB572F4A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162424E-1DF2-491E-A22D-04EECE4D16CC}" type="pres">
      <dgm:prSet presAssocID="{1590F0C3-11AE-4DD6-964E-D4BEB572F4AF}" presName="tile2" presStyleLbl="node1" presStyleIdx="1" presStyleCnt="4" custLinFactNeighborX="13948" custLinFactNeighborY="-7880"/>
      <dgm:spPr/>
    </dgm:pt>
    <dgm:pt modelId="{3370DC58-B175-47EB-A545-0AA46292A305}" type="pres">
      <dgm:prSet presAssocID="{1590F0C3-11AE-4DD6-964E-D4BEB572F4A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42EEBA4-32EC-40BA-8E9A-5E2353F197B1}" type="pres">
      <dgm:prSet presAssocID="{1590F0C3-11AE-4DD6-964E-D4BEB572F4AF}" presName="tile3" presStyleLbl="node1" presStyleIdx="2" presStyleCnt="4"/>
      <dgm:spPr/>
    </dgm:pt>
    <dgm:pt modelId="{544A7A3A-4F64-4C3D-949E-3C63A45FF0F9}" type="pres">
      <dgm:prSet presAssocID="{1590F0C3-11AE-4DD6-964E-D4BEB572F4A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3C9EA00-B2AE-4779-9A84-CC8DC57FEB6A}" type="pres">
      <dgm:prSet presAssocID="{1590F0C3-11AE-4DD6-964E-D4BEB572F4AF}" presName="tile4" presStyleLbl="node1" presStyleIdx="3" presStyleCnt="4"/>
      <dgm:spPr/>
    </dgm:pt>
    <dgm:pt modelId="{68A8769B-B3E9-4983-B1BD-2FF04166F86C}" type="pres">
      <dgm:prSet presAssocID="{1590F0C3-11AE-4DD6-964E-D4BEB572F4A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589E6592-FF24-498E-A9BD-14B227D37EAF}" type="pres">
      <dgm:prSet presAssocID="{1590F0C3-11AE-4DD6-964E-D4BEB572F4AF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84FB409-A17B-40D3-8D70-8237F2E9FFB2}" type="presOf" srcId="{420CC666-11CE-49D3-BFC7-977EC406508E}" destId="{2162424E-1DF2-491E-A22D-04EECE4D16CC}" srcOrd="0" destOrd="0" presId="urn:microsoft.com/office/officeart/2005/8/layout/matrix1"/>
    <dgm:cxn modelId="{8BAF9616-6A43-47A0-A053-2FCA72DAD3F2}" type="presOf" srcId="{3FC4818E-099C-4F63-8BE2-2F62E6D651C8}" destId="{742EEBA4-32EC-40BA-8E9A-5E2353F197B1}" srcOrd="0" destOrd="0" presId="urn:microsoft.com/office/officeart/2005/8/layout/matrix1"/>
    <dgm:cxn modelId="{F9C4D82C-7F03-48CE-A7B0-7B178B8A6220}" srcId="{C103E3CB-6433-45D2-8BA2-9092BF4BF909}" destId="{3FC4818E-099C-4F63-8BE2-2F62E6D651C8}" srcOrd="2" destOrd="0" parTransId="{CB54A88D-3AE6-4F34-9218-42CCE9895179}" sibTransId="{38C0BC19-7E5C-4532-82A9-CA28C66DE3A6}"/>
    <dgm:cxn modelId="{04CAF12F-6AEA-4EAB-9AD2-A216F751831A}" type="presOf" srcId="{420CC666-11CE-49D3-BFC7-977EC406508E}" destId="{3370DC58-B175-47EB-A545-0AA46292A305}" srcOrd="1" destOrd="0" presId="urn:microsoft.com/office/officeart/2005/8/layout/matrix1"/>
    <dgm:cxn modelId="{E4C8A743-1CBF-48AC-A2E9-EE318861CF5C}" type="presOf" srcId="{1590F0C3-11AE-4DD6-964E-D4BEB572F4AF}" destId="{51669455-B6CE-4D09-AE51-AFB903C28787}" srcOrd="0" destOrd="0" presId="urn:microsoft.com/office/officeart/2005/8/layout/matrix1"/>
    <dgm:cxn modelId="{BE5E8D45-7167-41AD-8A26-CFD52AC65924}" srcId="{C103E3CB-6433-45D2-8BA2-9092BF4BF909}" destId="{BE72283E-1F57-487B-A5E9-EA73BEE0F8AA}" srcOrd="3" destOrd="0" parTransId="{C0C615B3-6F8E-414F-BDEE-DFC655F5A73E}" sibTransId="{390BADF7-70D1-4CA5-A05B-65183E492590}"/>
    <dgm:cxn modelId="{986C1257-7750-4473-8027-0BA743F22644}" type="presOf" srcId="{BE72283E-1F57-487B-A5E9-EA73BEE0F8AA}" destId="{68A8769B-B3E9-4983-B1BD-2FF04166F86C}" srcOrd="1" destOrd="0" presId="urn:microsoft.com/office/officeart/2005/8/layout/matrix1"/>
    <dgm:cxn modelId="{0B229C81-466B-40CE-B7BF-D48F0E253ACB}" type="presOf" srcId="{C103E3CB-6433-45D2-8BA2-9092BF4BF909}" destId="{589E6592-FF24-498E-A9BD-14B227D37EAF}" srcOrd="0" destOrd="0" presId="urn:microsoft.com/office/officeart/2005/8/layout/matrix1"/>
    <dgm:cxn modelId="{BB487D9F-97B7-4311-9E5F-D9C993BDB4E7}" type="presOf" srcId="{F710BC3E-415A-4E7C-8110-FE155EDAAF8D}" destId="{5397E6B9-578F-44B0-88CC-863E849949AF}" srcOrd="0" destOrd="0" presId="urn:microsoft.com/office/officeart/2005/8/layout/matrix1"/>
    <dgm:cxn modelId="{54B079AE-A4B8-4A79-A258-0F4CA2980BD9}" type="presOf" srcId="{BE72283E-1F57-487B-A5E9-EA73BEE0F8AA}" destId="{43C9EA00-B2AE-4779-9A84-CC8DC57FEB6A}" srcOrd="0" destOrd="0" presId="urn:microsoft.com/office/officeart/2005/8/layout/matrix1"/>
    <dgm:cxn modelId="{DE5C97AF-9DB3-4802-92A8-B2FD4C91DF71}" srcId="{1590F0C3-11AE-4DD6-964E-D4BEB572F4AF}" destId="{C103E3CB-6433-45D2-8BA2-9092BF4BF909}" srcOrd="0" destOrd="0" parTransId="{A8170DBA-8697-49F7-B15A-A35DCB1D8799}" sibTransId="{1C47CADB-E7A6-43DD-93AA-954E5286724B}"/>
    <dgm:cxn modelId="{D82B80C7-3872-4D8F-A44C-43A0BC67FD11}" srcId="{C103E3CB-6433-45D2-8BA2-9092BF4BF909}" destId="{F710BC3E-415A-4E7C-8110-FE155EDAAF8D}" srcOrd="0" destOrd="0" parTransId="{BA8CF4FD-D5CE-4C0D-AD96-F79D5A4518C6}" sibTransId="{189197E2-E633-4683-ABA6-08C4A48CDF17}"/>
    <dgm:cxn modelId="{A811B2D6-8B02-444C-82A5-0831974C60F0}" type="presOf" srcId="{F710BC3E-415A-4E7C-8110-FE155EDAAF8D}" destId="{4D82395C-A801-4E97-9D13-F5EFC1A37351}" srcOrd="1" destOrd="0" presId="urn:microsoft.com/office/officeart/2005/8/layout/matrix1"/>
    <dgm:cxn modelId="{A76310F3-A8C0-45BC-B9C9-D95C988B9558}" srcId="{C103E3CB-6433-45D2-8BA2-9092BF4BF909}" destId="{420CC666-11CE-49D3-BFC7-977EC406508E}" srcOrd="1" destOrd="0" parTransId="{5055229F-AFC2-4D40-8B71-E9E120796505}" sibTransId="{88F008BF-AD14-4B63-9E1D-F1228FC11A58}"/>
    <dgm:cxn modelId="{588004F9-9109-46A8-96D7-B6AF8D10482F}" type="presOf" srcId="{3FC4818E-099C-4F63-8BE2-2F62E6D651C8}" destId="{544A7A3A-4F64-4C3D-949E-3C63A45FF0F9}" srcOrd="1" destOrd="0" presId="urn:microsoft.com/office/officeart/2005/8/layout/matrix1"/>
    <dgm:cxn modelId="{82359215-7734-4E7A-912D-1768DC7E0697}" type="presParOf" srcId="{51669455-B6CE-4D09-AE51-AFB903C28787}" destId="{9E630738-CFCC-4460-9E60-3D007CB8463C}" srcOrd="0" destOrd="0" presId="urn:microsoft.com/office/officeart/2005/8/layout/matrix1"/>
    <dgm:cxn modelId="{8B9BF540-DB78-4BD3-8467-C30F518546C4}" type="presParOf" srcId="{9E630738-CFCC-4460-9E60-3D007CB8463C}" destId="{5397E6B9-578F-44B0-88CC-863E849949AF}" srcOrd="0" destOrd="0" presId="urn:microsoft.com/office/officeart/2005/8/layout/matrix1"/>
    <dgm:cxn modelId="{71BE0413-F5B1-4844-BED7-FB99A1F948A4}" type="presParOf" srcId="{9E630738-CFCC-4460-9E60-3D007CB8463C}" destId="{4D82395C-A801-4E97-9D13-F5EFC1A37351}" srcOrd="1" destOrd="0" presId="urn:microsoft.com/office/officeart/2005/8/layout/matrix1"/>
    <dgm:cxn modelId="{080052D5-F425-4001-9C9B-779FF5A1CE9B}" type="presParOf" srcId="{9E630738-CFCC-4460-9E60-3D007CB8463C}" destId="{2162424E-1DF2-491E-A22D-04EECE4D16CC}" srcOrd="2" destOrd="0" presId="urn:microsoft.com/office/officeart/2005/8/layout/matrix1"/>
    <dgm:cxn modelId="{2D2E6853-76BE-4F71-B1A6-EF2AE759412A}" type="presParOf" srcId="{9E630738-CFCC-4460-9E60-3D007CB8463C}" destId="{3370DC58-B175-47EB-A545-0AA46292A305}" srcOrd="3" destOrd="0" presId="urn:microsoft.com/office/officeart/2005/8/layout/matrix1"/>
    <dgm:cxn modelId="{1344FE8D-FF5F-41C0-856B-A6321253FAE2}" type="presParOf" srcId="{9E630738-CFCC-4460-9E60-3D007CB8463C}" destId="{742EEBA4-32EC-40BA-8E9A-5E2353F197B1}" srcOrd="4" destOrd="0" presId="urn:microsoft.com/office/officeart/2005/8/layout/matrix1"/>
    <dgm:cxn modelId="{FF5E3F1D-340C-40EC-8828-7127D0721B5C}" type="presParOf" srcId="{9E630738-CFCC-4460-9E60-3D007CB8463C}" destId="{544A7A3A-4F64-4C3D-949E-3C63A45FF0F9}" srcOrd="5" destOrd="0" presId="urn:microsoft.com/office/officeart/2005/8/layout/matrix1"/>
    <dgm:cxn modelId="{A102743B-8BA4-47AD-BA0E-88374988A967}" type="presParOf" srcId="{9E630738-CFCC-4460-9E60-3D007CB8463C}" destId="{43C9EA00-B2AE-4779-9A84-CC8DC57FEB6A}" srcOrd="6" destOrd="0" presId="urn:microsoft.com/office/officeart/2005/8/layout/matrix1"/>
    <dgm:cxn modelId="{86C11C6D-226E-40C3-8F13-C2FCB8D60B4E}" type="presParOf" srcId="{9E630738-CFCC-4460-9E60-3D007CB8463C}" destId="{68A8769B-B3E9-4983-B1BD-2FF04166F86C}" srcOrd="7" destOrd="0" presId="urn:microsoft.com/office/officeart/2005/8/layout/matrix1"/>
    <dgm:cxn modelId="{21CC8A75-78C7-4569-BFAF-824C1AEC7B1F}" type="presParOf" srcId="{51669455-B6CE-4D09-AE51-AFB903C28787}" destId="{589E6592-FF24-498E-A9BD-14B227D37EA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49049-F651-4A2E-BAEA-ACD6392F8870}" type="doc">
      <dgm:prSet loTypeId="urn:microsoft.com/office/officeart/2008/layout/RadialCluster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42C866-9302-40DD-8D8F-33049F394C08}">
      <dgm:prSet phldrT="[Text]" custT="1"/>
      <dgm:spPr/>
      <dgm:t>
        <a:bodyPr/>
        <a:lstStyle/>
        <a:p>
          <a:pPr algn="ctr"/>
          <a:r>
            <a:rPr lang="ar-IQ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مؤلفاته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DBDFF75-DF04-42AF-ACBA-18AB926B282C}" type="parTrans" cxnId="{7CE849E5-1F1A-4124-B61F-1C4A5CE5279D}">
      <dgm:prSet/>
      <dgm:spPr/>
      <dgm:t>
        <a:bodyPr/>
        <a:lstStyle/>
        <a:p>
          <a:endParaRPr lang="en-US"/>
        </a:p>
      </dgm:t>
    </dgm:pt>
    <dgm:pt modelId="{535D09C8-E2D8-4B5C-B8FA-2C0416D45215}" type="sibTrans" cxnId="{7CE849E5-1F1A-4124-B61F-1C4A5CE5279D}">
      <dgm:prSet/>
      <dgm:spPr/>
      <dgm:t>
        <a:bodyPr/>
        <a:lstStyle/>
        <a:p>
          <a:endParaRPr lang="en-US"/>
        </a:p>
      </dgm:t>
    </dgm:pt>
    <dgm:pt modelId="{E190AC55-A46A-4D15-940C-514F242DF185}">
      <dgm:prSet phldrT="[Text]" custT="1"/>
      <dgm:spPr/>
      <dgm:t>
        <a:bodyPr/>
        <a:lstStyle/>
        <a:p>
          <a:pPr algn="ctr"/>
          <a:r>
            <a:rPr lang="ar-SA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القضاء في اللغة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6AC862D-8CF3-448D-8D99-EB98C15F2843}" type="parTrans" cxnId="{4CC1A489-AF75-4B7A-B769-23BFE0314D91}">
      <dgm:prSet/>
      <dgm:spPr/>
      <dgm:t>
        <a:bodyPr/>
        <a:lstStyle/>
        <a:p>
          <a:endParaRPr lang="en-US"/>
        </a:p>
      </dgm:t>
    </dgm:pt>
    <dgm:pt modelId="{E1D96A78-AA39-4B87-8A7F-C7BA9FEC5531}" type="sibTrans" cxnId="{4CC1A489-AF75-4B7A-B769-23BFE0314D91}">
      <dgm:prSet/>
      <dgm:spPr/>
      <dgm:t>
        <a:bodyPr/>
        <a:lstStyle/>
        <a:p>
          <a:endParaRPr lang="en-US"/>
        </a:p>
      </dgm:t>
    </dgm:pt>
    <dgm:pt modelId="{3FD8C685-8C3D-416B-BAF5-85F1A1CBBDB8}">
      <dgm:prSet phldrT="[Text]" custT="1"/>
      <dgm:spPr/>
      <dgm:t>
        <a:bodyPr/>
        <a:lstStyle/>
        <a:p>
          <a:pPr algn="ctr"/>
          <a:r>
            <a:rPr lang="ar-SA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التمييز بين المترادفات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15CA540-6723-4184-A1A2-2255BF10091E}" type="parTrans" cxnId="{856E1BBE-2003-4164-AF01-47F82D0CB7C8}">
      <dgm:prSet/>
      <dgm:spPr/>
      <dgm:t>
        <a:bodyPr/>
        <a:lstStyle/>
        <a:p>
          <a:endParaRPr lang="en-US"/>
        </a:p>
      </dgm:t>
    </dgm:pt>
    <dgm:pt modelId="{D1609AD2-AA2A-48BD-9CAA-7F558471A47D}" type="sibTrans" cxnId="{856E1BBE-2003-4164-AF01-47F82D0CB7C8}">
      <dgm:prSet/>
      <dgm:spPr/>
      <dgm:t>
        <a:bodyPr/>
        <a:lstStyle/>
        <a:p>
          <a:endParaRPr lang="en-US"/>
        </a:p>
      </dgm:t>
    </dgm:pt>
    <dgm:pt modelId="{37968B35-1EF4-443D-A1F9-E16717E14E09}">
      <dgm:prSet phldrT="[Text]" custT="1"/>
      <dgm:spPr/>
      <dgm:t>
        <a:bodyPr/>
        <a:lstStyle/>
        <a:p>
          <a:pPr algn="ctr"/>
          <a:r>
            <a:rPr lang="ar-SA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الصرف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21241BA-E7E2-4224-A5BE-6B46DA255E91}" type="parTrans" cxnId="{97FB3EEB-9E8A-4AC8-891E-8EF33FBA80B7}">
      <dgm:prSet/>
      <dgm:spPr/>
      <dgm:t>
        <a:bodyPr/>
        <a:lstStyle/>
        <a:p>
          <a:endParaRPr lang="en-US"/>
        </a:p>
      </dgm:t>
    </dgm:pt>
    <dgm:pt modelId="{BE20725D-FFE6-46EC-8C96-894BD17ED273}" type="sibTrans" cxnId="{97FB3EEB-9E8A-4AC8-891E-8EF33FBA80B7}">
      <dgm:prSet/>
      <dgm:spPr/>
      <dgm:t>
        <a:bodyPr/>
        <a:lstStyle/>
        <a:p>
          <a:endParaRPr lang="en-US"/>
        </a:p>
      </dgm:t>
    </dgm:pt>
    <dgm:pt modelId="{083818BF-0C81-4A97-B5E2-D533E2571934}">
      <dgm:prSet custT="1"/>
      <dgm:spPr/>
      <dgm:t>
        <a:bodyPr/>
        <a:lstStyle/>
        <a:p>
          <a:pPr algn="ctr"/>
          <a:r>
            <a:rPr lang="ar-SA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العروض 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009F1B4-DBF1-4805-AF4D-70E4D0AFD62F}" type="parTrans" cxnId="{5C8CBA4C-7581-4078-BDA7-10CD07247DBE}">
      <dgm:prSet/>
      <dgm:spPr/>
      <dgm:t>
        <a:bodyPr/>
        <a:lstStyle/>
        <a:p>
          <a:endParaRPr lang="en-US"/>
        </a:p>
      </dgm:t>
    </dgm:pt>
    <dgm:pt modelId="{67301A30-094A-49CB-8C7A-AB59D306DA5E}" type="sibTrans" cxnId="{5C8CBA4C-7581-4078-BDA7-10CD07247DBE}">
      <dgm:prSet/>
      <dgm:spPr/>
      <dgm:t>
        <a:bodyPr/>
        <a:lstStyle/>
        <a:p>
          <a:endParaRPr lang="en-US"/>
        </a:p>
      </dgm:t>
    </dgm:pt>
    <dgm:pt modelId="{916FEAC0-014E-4562-8E4B-37623E524022}">
      <dgm:prSet custT="1"/>
      <dgm:spPr/>
      <dgm:t>
        <a:bodyPr/>
        <a:lstStyle/>
        <a:p>
          <a:pPr algn="ctr"/>
          <a:r>
            <a:rPr lang="ar-SA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العلل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CBB51C3-1F8E-4FB5-BFDE-BB96BB23658F}" type="parTrans" cxnId="{7373A63F-BCD8-4018-88DF-ABBBE4BEA874}">
      <dgm:prSet/>
      <dgm:spPr/>
      <dgm:t>
        <a:bodyPr/>
        <a:lstStyle/>
        <a:p>
          <a:endParaRPr lang="en-US"/>
        </a:p>
      </dgm:t>
    </dgm:pt>
    <dgm:pt modelId="{7DD4ED5D-4176-42D0-94E7-15BBAF611666}" type="sibTrans" cxnId="{7373A63F-BCD8-4018-88DF-ABBBE4BEA874}">
      <dgm:prSet/>
      <dgm:spPr/>
      <dgm:t>
        <a:bodyPr/>
        <a:lstStyle/>
        <a:p>
          <a:endParaRPr lang="en-US"/>
        </a:p>
      </dgm:t>
    </dgm:pt>
    <dgm:pt modelId="{45C18FDD-891F-4FEA-8598-A39CF86C8C9C}">
      <dgm:prSet custT="1"/>
      <dgm:spPr/>
      <dgm:t>
        <a:bodyPr/>
        <a:lstStyle/>
        <a:p>
          <a:pPr algn="ctr"/>
          <a:r>
            <a:rPr lang="ar-IQ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العين</a:t>
          </a:r>
          <a:endParaRPr lang="en-US" sz="24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8ED9371-7FB7-4800-A92E-7A797D0C0A3F}" type="parTrans" cxnId="{19955E5F-BDC5-4537-BF8F-FB4EDD63D7AB}">
      <dgm:prSet/>
      <dgm:spPr/>
      <dgm:t>
        <a:bodyPr/>
        <a:lstStyle/>
        <a:p>
          <a:endParaRPr lang="en-US"/>
        </a:p>
      </dgm:t>
    </dgm:pt>
    <dgm:pt modelId="{6CF92ED1-FE30-44B4-AFDB-DFC934E5B05D}" type="sibTrans" cxnId="{19955E5F-BDC5-4537-BF8F-FB4EDD63D7AB}">
      <dgm:prSet/>
      <dgm:spPr/>
      <dgm:t>
        <a:bodyPr/>
        <a:lstStyle/>
        <a:p>
          <a:endParaRPr lang="en-US"/>
        </a:p>
      </dgm:t>
    </dgm:pt>
    <dgm:pt modelId="{F6F16BFE-AC31-4285-87E4-5D898019FB05}" type="pres">
      <dgm:prSet presAssocID="{E2049049-F651-4A2E-BAEA-ACD6392F8870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CE8B28F-780F-4482-B2BD-D41AC64BC63F}" type="pres">
      <dgm:prSet presAssocID="{E942C866-9302-40DD-8D8F-33049F394C08}" presName="singleCycle" presStyleCnt="0"/>
      <dgm:spPr/>
    </dgm:pt>
    <dgm:pt modelId="{BC3CDA24-0A55-4834-B3FA-55F1F770792C}" type="pres">
      <dgm:prSet presAssocID="{E942C866-9302-40DD-8D8F-33049F394C08}" presName="singleCenter" presStyleLbl="node1" presStyleIdx="0" presStyleCnt="7" custLinFactNeighborX="1209" custLinFactNeighborY="1428">
        <dgm:presLayoutVars>
          <dgm:chMax val="7"/>
          <dgm:chPref val="7"/>
        </dgm:presLayoutVars>
      </dgm:prSet>
      <dgm:spPr/>
    </dgm:pt>
    <dgm:pt modelId="{68B7A17A-CFF1-46C5-BA8E-F98DDF2C4089}" type="pres">
      <dgm:prSet presAssocID="{76AC862D-8CF3-448D-8D99-EB98C15F2843}" presName="Name56" presStyleLbl="parChTrans1D2" presStyleIdx="0" presStyleCnt="6"/>
      <dgm:spPr/>
    </dgm:pt>
    <dgm:pt modelId="{106EC89F-436E-4BA8-8453-757C6346377D}" type="pres">
      <dgm:prSet presAssocID="{E190AC55-A46A-4D15-940C-514F242DF185}" presName="text0" presStyleLbl="node1" presStyleIdx="1" presStyleCnt="7" custScaleX="116139" custScaleY="116718" custRadScaleRad="173461" custRadScaleInc="187125">
        <dgm:presLayoutVars>
          <dgm:bulletEnabled val="1"/>
        </dgm:presLayoutVars>
      </dgm:prSet>
      <dgm:spPr/>
    </dgm:pt>
    <dgm:pt modelId="{A336B55C-ACD6-450A-899A-7527363AFF80}" type="pres">
      <dgm:prSet presAssocID="{C15CA540-6723-4184-A1A2-2255BF10091E}" presName="Name56" presStyleLbl="parChTrans1D2" presStyleIdx="1" presStyleCnt="6"/>
      <dgm:spPr/>
    </dgm:pt>
    <dgm:pt modelId="{8068E073-8A4C-4AC2-A2B4-4EEDF1E92C5D}" type="pres">
      <dgm:prSet presAssocID="{3FD8C685-8C3D-416B-BAF5-85F1A1CBBDB8}" presName="text0" presStyleLbl="node1" presStyleIdx="2" presStyleCnt="7" custScaleX="122307" custScaleY="119365" custRadScaleRad="202406" custRadScaleInc="103010">
        <dgm:presLayoutVars>
          <dgm:bulletEnabled val="1"/>
        </dgm:presLayoutVars>
      </dgm:prSet>
      <dgm:spPr/>
    </dgm:pt>
    <dgm:pt modelId="{06B61A35-8EE1-4E32-84C4-EF1ACB4C9930}" type="pres">
      <dgm:prSet presAssocID="{621241BA-E7E2-4224-A5BE-6B46DA255E91}" presName="Name56" presStyleLbl="parChTrans1D2" presStyleIdx="2" presStyleCnt="6"/>
      <dgm:spPr/>
    </dgm:pt>
    <dgm:pt modelId="{C4C10EE0-24E7-482E-9EEE-25C47405C53B}" type="pres">
      <dgm:prSet presAssocID="{37968B35-1EF4-443D-A1F9-E16717E14E09}" presName="text0" presStyleLbl="node1" presStyleIdx="3" presStyleCnt="7" custScaleX="122307" custScaleY="119365" custRadScaleRad="173531" custRadScaleInc="12751">
        <dgm:presLayoutVars>
          <dgm:bulletEnabled val="1"/>
        </dgm:presLayoutVars>
      </dgm:prSet>
      <dgm:spPr/>
    </dgm:pt>
    <dgm:pt modelId="{0CEC0C1D-85F8-41AC-90BB-B602D896D46C}" type="pres">
      <dgm:prSet presAssocID="{3009F1B4-DBF1-4805-AF4D-70E4D0AFD62F}" presName="Name56" presStyleLbl="parChTrans1D2" presStyleIdx="3" presStyleCnt="6"/>
      <dgm:spPr/>
    </dgm:pt>
    <dgm:pt modelId="{0CF5797C-1657-498F-9BBB-82C081E4C5ED}" type="pres">
      <dgm:prSet presAssocID="{083818BF-0C81-4A97-B5E2-D533E2571934}" presName="text0" presStyleLbl="node1" presStyleIdx="4" presStyleCnt="7" custScaleX="122307" custScaleY="119365" custRadScaleRad="170474" custRadScaleInc="182602">
        <dgm:presLayoutVars>
          <dgm:bulletEnabled val="1"/>
        </dgm:presLayoutVars>
      </dgm:prSet>
      <dgm:spPr/>
    </dgm:pt>
    <dgm:pt modelId="{15C4932E-0D49-4BA5-8A0A-8DAE97D4C649}" type="pres">
      <dgm:prSet presAssocID="{FCBB51C3-1F8E-4FB5-BFDE-BB96BB23658F}" presName="Name56" presStyleLbl="parChTrans1D2" presStyleIdx="4" presStyleCnt="6"/>
      <dgm:spPr/>
    </dgm:pt>
    <dgm:pt modelId="{8AEBB9D7-7D96-4145-BAEA-854BAFA69D16}" type="pres">
      <dgm:prSet presAssocID="{916FEAC0-014E-4562-8E4B-37623E524022}" presName="text0" presStyleLbl="node1" presStyleIdx="5" presStyleCnt="7" custScaleX="122307" custScaleY="119365" custRadScaleRad="182754" custRadScaleInc="96666">
        <dgm:presLayoutVars>
          <dgm:bulletEnabled val="1"/>
        </dgm:presLayoutVars>
      </dgm:prSet>
      <dgm:spPr/>
    </dgm:pt>
    <dgm:pt modelId="{9EB07A80-D551-48E8-9FF2-9C82C330D87F}" type="pres">
      <dgm:prSet presAssocID="{F8ED9371-7FB7-4800-A92E-7A797D0C0A3F}" presName="Name56" presStyleLbl="parChTrans1D2" presStyleIdx="5" presStyleCnt="6"/>
      <dgm:spPr/>
    </dgm:pt>
    <dgm:pt modelId="{AD971EFA-C9ED-4E53-ABA2-E4F9A464C492}" type="pres">
      <dgm:prSet presAssocID="{45C18FDD-891F-4FEA-8598-A39CF86C8C9C}" presName="text0" presStyleLbl="node1" presStyleIdx="6" presStyleCnt="7" custScaleX="122307" custScaleY="119365" custRadScaleRad="162068" custRadScaleInc="12943">
        <dgm:presLayoutVars>
          <dgm:bulletEnabled val="1"/>
        </dgm:presLayoutVars>
      </dgm:prSet>
      <dgm:spPr/>
    </dgm:pt>
  </dgm:ptLst>
  <dgm:cxnLst>
    <dgm:cxn modelId="{651B3708-818B-4B1C-8B40-F156D26E7836}" type="presOf" srcId="{76AC862D-8CF3-448D-8D99-EB98C15F2843}" destId="{68B7A17A-CFF1-46C5-BA8E-F98DDF2C4089}" srcOrd="0" destOrd="0" presId="urn:microsoft.com/office/officeart/2008/layout/RadialCluster"/>
    <dgm:cxn modelId="{A9BB7316-BA6C-4686-858B-1440DE2F8B31}" type="presOf" srcId="{3009F1B4-DBF1-4805-AF4D-70E4D0AFD62F}" destId="{0CEC0C1D-85F8-41AC-90BB-B602D896D46C}" srcOrd="0" destOrd="0" presId="urn:microsoft.com/office/officeart/2008/layout/RadialCluster"/>
    <dgm:cxn modelId="{8F5E9E3F-A055-41F8-B68B-52DBC8CFF4A8}" type="presOf" srcId="{916FEAC0-014E-4562-8E4B-37623E524022}" destId="{8AEBB9D7-7D96-4145-BAEA-854BAFA69D16}" srcOrd="0" destOrd="0" presId="urn:microsoft.com/office/officeart/2008/layout/RadialCluster"/>
    <dgm:cxn modelId="{7373A63F-BCD8-4018-88DF-ABBBE4BEA874}" srcId="{E942C866-9302-40DD-8D8F-33049F394C08}" destId="{916FEAC0-014E-4562-8E4B-37623E524022}" srcOrd="4" destOrd="0" parTransId="{FCBB51C3-1F8E-4FB5-BFDE-BB96BB23658F}" sibTransId="{7DD4ED5D-4176-42D0-94E7-15BBAF611666}"/>
    <dgm:cxn modelId="{19955E5F-BDC5-4537-BF8F-FB4EDD63D7AB}" srcId="{E942C866-9302-40DD-8D8F-33049F394C08}" destId="{45C18FDD-891F-4FEA-8598-A39CF86C8C9C}" srcOrd="5" destOrd="0" parTransId="{F8ED9371-7FB7-4800-A92E-7A797D0C0A3F}" sibTransId="{6CF92ED1-FE30-44B4-AFDB-DFC934E5B05D}"/>
    <dgm:cxn modelId="{6C66AC5F-5A36-4F54-8386-F17475077C19}" type="presOf" srcId="{C15CA540-6723-4184-A1A2-2255BF10091E}" destId="{A336B55C-ACD6-450A-899A-7527363AFF80}" srcOrd="0" destOrd="0" presId="urn:microsoft.com/office/officeart/2008/layout/RadialCluster"/>
    <dgm:cxn modelId="{B2A35960-8778-4121-9612-14931177C886}" type="presOf" srcId="{F8ED9371-7FB7-4800-A92E-7A797D0C0A3F}" destId="{9EB07A80-D551-48E8-9FF2-9C82C330D87F}" srcOrd="0" destOrd="0" presId="urn:microsoft.com/office/officeart/2008/layout/RadialCluster"/>
    <dgm:cxn modelId="{F7FE2744-47EF-455D-9732-166280924075}" type="presOf" srcId="{FCBB51C3-1F8E-4FB5-BFDE-BB96BB23658F}" destId="{15C4932E-0D49-4BA5-8A0A-8DAE97D4C649}" srcOrd="0" destOrd="0" presId="urn:microsoft.com/office/officeart/2008/layout/RadialCluster"/>
    <dgm:cxn modelId="{5C8CBA4C-7581-4078-BDA7-10CD07247DBE}" srcId="{E942C866-9302-40DD-8D8F-33049F394C08}" destId="{083818BF-0C81-4A97-B5E2-D533E2571934}" srcOrd="3" destOrd="0" parTransId="{3009F1B4-DBF1-4805-AF4D-70E4D0AFD62F}" sibTransId="{67301A30-094A-49CB-8C7A-AB59D306DA5E}"/>
    <dgm:cxn modelId="{9DD52D56-2459-43A1-99D9-F631389AF167}" type="presOf" srcId="{E2049049-F651-4A2E-BAEA-ACD6392F8870}" destId="{F6F16BFE-AC31-4285-87E4-5D898019FB05}" srcOrd="0" destOrd="0" presId="urn:microsoft.com/office/officeart/2008/layout/RadialCluster"/>
    <dgm:cxn modelId="{4CC1A489-AF75-4B7A-B769-23BFE0314D91}" srcId="{E942C866-9302-40DD-8D8F-33049F394C08}" destId="{E190AC55-A46A-4D15-940C-514F242DF185}" srcOrd="0" destOrd="0" parTransId="{76AC862D-8CF3-448D-8D99-EB98C15F2843}" sibTransId="{E1D96A78-AA39-4B87-8A7F-C7BA9FEC5531}"/>
    <dgm:cxn modelId="{507B3C8E-329A-4AB5-B4DB-C462B4147D6D}" type="presOf" srcId="{621241BA-E7E2-4224-A5BE-6B46DA255E91}" destId="{06B61A35-8EE1-4E32-84C4-EF1ACB4C9930}" srcOrd="0" destOrd="0" presId="urn:microsoft.com/office/officeart/2008/layout/RadialCluster"/>
    <dgm:cxn modelId="{54EC4699-40D3-40D8-97C7-0C7DF9BC52DB}" type="presOf" srcId="{37968B35-1EF4-443D-A1F9-E16717E14E09}" destId="{C4C10EE0-24E7-482E-9EEE-25C47405C53B}" srcOrd="0" destOrd="0" presId="urn:microsoft.com/office/officeart/2008/layout/RadialCluster"/>
    <dgm:cxn modelId="{F81557A8-3BBC-48D5-B9DD-F307832DF15A}" type="presOf" srcId="{083818BF-0C81-4A97-B5E2-D533E2571934}" destId="{0CF5797C-1657-498F-9BBB-82C081E4C5ED}" srcOrd="0" destOrd="0" presId="urn:microsoft.com/office/officeart/2008/layout/RadialCluster"/>
    <dgm:cxn modelId="{DD9882B3-8F74-498D-BC02-9BAB6610B396}" type="presOf" srcId="{45C18FDD-891F-4FEA-8598-A39CF86C8C9C}" destId="{AD971EFA-C9ED-4E53-ABA2-E4F9A464C492}" srcOrd="0" destOrd="0" presId="urn:microsoft.com/office/officeart/2008/layout/RadialCluster"/>
    <dgm:cxn modelId="{856E1BBE-2003-4164-AF01-47F82D0CB7C8}" srcId="{E942C866-9302-40DD-8D8F-33049F394C08}" destId="{3FD8C685-8C3D-416B-BAF5-85F1A1CBBDB8}" srcOrd="1" destOrd="0" parTransId="{C15CA540-6723-4184-A1A2-2255BF10091E}" sibTransId="{D1609AD2-AA2A-48BD-9CAA-7F558471A47D}"/>
    <dgm:cxn modelId="{852D81CB-F7A6-4A20-9614-A421D495E374}" type="presOf" srcId="{E942C866-9302-40DD-8D8F-33049F394C08}" destId="{BC3CDA24-0A55-4834-B3FA-55F1F770792C}" srcOrd="0" destOrd="0" presId="urn:microsoft.com/office/officeart/2008/layout/RadialCluster"/>
    <dgm:cxn modelId="{3E54E4DF-BA94-4561-A317-5B482409B2ED}" type="presOf" srcId="{3FD8C685-8C3D-416B-BAF5-85F1A1CBBDB8}" destId="{8068E073-8A4C-4AC2-A2B4-4EEDF1E92C5D}" srcOrd="0" destOrd="0" presId="urn:microsoft.com/office/officeart/2008/layout/RadialCluster"/>
    <dgm:cxn modelId="{7CE849E5-1F1A-4124-B61F-1C4A5CE5279D}" srcId="{E2049049-F651-4A2E-BAEA-ACD6392F8870}" destId="{E942C866-9302-40DD-8D8F-33049F394C08}" srcOrd="0" destOrd="0" parTransId="{9DBDFF75-DF04-42AF-ACBA-18AB926B282C}" sibTransId="{535D09C8-E2D8-4B5C-B8FA-2C0416D45215}"/>
    <dgm:cxn modelId="{97FB3EEB-9E8A-4AC8-891E-8EF33FBA80B7}" srcId="{E942C866-9302-40DD-8D8F-33049F394C08}" destId="{37968B35-1EF4-443D-A1F9-E16717E14E09}" srcOrd="2" destOrd="0" parTransId="{621241BA-E7E2-4224-A5BE-6B46DA255E91}" sibTransId="{BE20725D-FFE6-46EC-8C96-894BD17ED273}"/>
    <dgm:cxn modelId="{3D106DF7-5BF1-47CA-AF14-6631CCD4781B}" type="presOf" srcId="{E190AC55-A46A-4D15-940C-514F242DF185}" destId="{106EC89F-436E-4BA8-8453-757C6346377D}" srcOrd="0" destOrd="0" presId="urn:microsoft.com/office/officeart/2008/layout/RadialCluster"/>
    <dgm:cxn modelId="{EC82BDF0-DD7B-497A-9A47-963829534870}" type="presParOf" srcId="{F6F16BFE-AC31-4285-87E4-5D898019FB05}" destId="{3CE8B28F-780F-4482-B2BD-D41AC64BC63F}" srcOrd="0" destOrd="0" presId="urn:microsoft.com/office/officeart/2008/layout/RadialCluster"/>
    <dgm:cxn modelId="{5FEE42B6-2C11-4536-8317-5EEA324B2BF7}" type="presParOf" srcId="{3CE8B28F-780F-4482-B2BD-D41AC64BC63F}" destId="{BC3CDA24-0A55-4834-B3FA-55F1F770792C}" srcOrd="0" destOrd="0" presId="urn:microsoft.com/office/officeart/2008/layout/RadialCluster"/>
    <dgm:cxn modelId="{2CB0B845-F8F9-4D19-A666-A88348AA7B49}" type="presParOf" srcId="{3CE8B28F-780F-4482-B2BD-D41AC64BC63F}" destId="{68B7A17A-CFF1-46C5-BA8E-F98DDF2C4089}" srcOrd="1" destOrd="0" presId="urn:microsoft.com/office/officeart/2008/layout/RadialCluster"/>
    <dgm:cxn modelId="{66376DCE-0B1E-4FE2-88DF-E41D3A214FEC}" type="presParOf" srcId="{3CE8B28F-780F-4482-B2BD-D41AC64BC63F}" destId="{106EC89F-436E-4BA8-8453-757C6346377D}" srcOrd="2" destOrd="0" presId="urn:microsoft.com/office/officeart/2008/layout/RadialCluster"/>
    <dgm:cxn modelId="{17EDE0C4-3C16-494B-A3F3-561DCAC49F13}" type="presParOf" srcId="{3CE8B28F-780F-4482-B2BD-D41AC64BC63F}" destId="{A336B55C-ACD6-450A-899A-7527363AFF80}" srcOrd="3" destOrd="0" presId="urn:microsoft.com/office/officeart/2008/layout/RadialCluster"/>
    <dgm:cxn modelId="{DC0D34BC-9A11-4744-B0D3-81467DDC5D59}" type="presParOf" srcId="{3CE8B28F-780F-4482-B2BD-D41AC64BC63F}" destId="{8068E073-8A4C-4AC2-A2B4-4EEDF1E92C5D}" srcOrd="4" destOrd="0" presId="urn:microsoft.com/office/officeart/2008/layout/RadialCluster"/>
    <dgm:cxn modelId="{C532E1AF-E204-4500-8C23-8A842428C7FA}" type="presParOf" srcId="{3CE8B28F-780F-4482-B2BD-D41AC64BC63F}" destId="{06B61A35-8EE1-4E32-84C4-EF1ACB4C9930}" srcOrd="5" destOrd="0" presId="urn:microsoft.com/office/officeart/2008/layout/RadialCluster"/>
    <dgm:cxn modelId="{7D526F84-BFAB-4164-AB2B-67DECCADC08C}" type="presParOf" srcId="{3CE8B28F-780F-4482-B2BD-D41AC64BC63F}" destId="{C4C10EE0-24E7-482E-9EEE-25C47405C53B}" srcOrd="6" destOrd="0" presId="urn:microsoft.com/office/officeart/2008/layout/RadialCluster"/>
    <dgm:cxn modelId="{ADE84E48-C86A-4F8A-BE57-5E99E8A819A9}" type="presParOf" srcId="{3CE8B28F-780F-4482-B2BD-D41AC64BC63F}" destId="{0CEC0C1D-85F8-41AC-90BB-B602D896D46C}" srcOrd="7" destOrd="0" presId="urn:microsoft.com/office/officeart/2008/layout/RadialCluster"/>
    <dgm:cxn modelId="{8003E9CA-B61C-4FBC-8007-DE104C423143}" type="presParOf" srcId="{3CE8B28F-780F-4482-B2BD-D41AC64BC63F}" destId="{0CF5797C-1657-498F-9BBB-82C081E4C5ED}" srcOrd="8" destOrd="0" presId="urn:microsoft.com/office/officeart/2008/layout/RadialCluster"/>
    <dgm:cxn modelId="{40BEF128-0710-4796-9E71-1AD6E96FBC38}" type="presParOf" srcId="{3CE8B28F-780F-4482-B2BD-D41AC64BC63F}" destId="{15C4932E-0D49-4BA5-8A0A-8DAE97D4C649}" srcOrd="9" destOrd="0" presId="urn:microsoft.com/office/officeart/2008/layout/RadialCluster"/>
    <dgm:cxn modelId="{AF5477DC-E17A-4DED-9340-B4608A00003E}" type="presParOf" srcId="{3CE8B28F-780F-4482-B2BD-D41AC64BC63F}" destId="{8AEBB9D7-7D96-4145-BAEA-854BAFA69D16}" srcOrd="10" destOrd="0" presId="urn:microsoft.com/office/officeart/2008/layout/RadialCluster"/>
    <dgm:cxn modelId="{A7F2EE4D-A422-4B67-9F15-10759E6AE96B}" type="presParOf" srcId="{3CE8B28F-780F-4482-B2BD-D41AC64BC63F}" destId="{9EB07A80-D551-48E8-9FF2-9C82C330D87F}" srcOrd="11" destOrd="0" presId="urn:microsoft.com/office/officeart/2008/layout/RadialCluster"/>
    <dgm:cxn modelId="{C112ADD0-6332-44E3-A862-986426B2299A}" type="presParOf" srcId="{3CE8B28F-780F-4482-B2BD-D41AC64BC63F}" destId="{AD971EFA-C9ED-4E53-ABA2-E4F9A464C492}" srcOrd="12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7E6B9-578F-44B0-88CC-863E849949AF}">
      <dsp:nvSpPr>
        <dsp:cNvPr id="0" name=""/>
        <dsp:cNvSpPr/>
      </dsp:nvSpPr>
      <dsp:spPr>
        <a:xfrm rot="16200000">
          <a:off x="58512" y="-58512"/>
          <a:ext cx="2373966" cy="2490991"/>
        </a:xfrm>
        <a:prstGeom prst="round1Rect">
          <a:avLst/>
        </a:prstGeom>
        <a:solidFill>
          <a:srgbClr val="EBD18C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1" i="0" kern="1200" dirty="0">
              <a:solidFill>
                <a:srgbClr val="62731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تحليل النصوص الأدبية والنقد</a:t>
          </a:r>
          <a:endParaRPr lang="en-US" sz="2800" kern="1200" dirty="0">
            <a:solidFill>
              <a:srgbClr val="62731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5400000">
        <a:off x="0" y="0"/>
        <a:ext cx="2490991" cy="1780474"/>
      </dsp:txXfrm>
    </dsp:sp>
    <dsp:sp modelId="{2162424E-1DF2-491E-A22D-04EECE4D16CC}">
      <dsp:nvSpPr>
        <dsp:cNvPr id="0" name=""/>
        <dsp:cNvSpPr/>
      </dsp:nvSpPr>
      <dsp:spPr>
        <a:xfrm>
          <a:off x="2490991" y="0"/>
          <a:ext cx="2490991" cy="2373966"/>
        </a:xfrm>
        <a:prstGeom prst="round1Rect">
          <a:avLst/>
        </a:prstGeom>
        <a:solidFill>
          <a:srgbClr val="EBD18C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b="1" i="0" kern="1200" dirty="0">
              <a:solidFill>
                <a:schemeClr val="accent1">
                  <a:lumMod val="75000"/>
                </a:schemeClr>
              </a:solidFill>
            </a:rPr>
            <a:t>علم العروض</a:t>
          </a:r>
          <a:endParaRPr lang="en-US" sz="36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2490991" y="0"/>
        <a:ext cx="2490991" cy="1780474"/>
      </dsp:txXfrm>
    </dsp:sp>
    <dsp:sp modelId="{742EEBA4-32EC-40BA-8E9A-5E2353F197B1}">
      <dsp:nvSpPr>
        <dsp:cNvPr id="0" name=""/>
        <dsp:cNvSpPr/>
      </dsp:nvSpPr>
      <dsp:spPr>
        <a:xfrm rot="10800000">
          <a:off x="0" y="2373966"/>
          <a:ext cx="2490991" cy="2373966"/>
        </a:xfrm>
        <a:prstGeom prst="round1Rect">
          <a:avLst/>
        </a:prstGeom>
        <a:solidFill>
          <a:srgbClr val="EBD18C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200" b="1" i="0" kern="1200" dirty="0">
              <a:solidFill>
                <a:srgbClr val="62731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المعجمات الأولى</a:t>
          </a:r>
          <a:endParaRPr lang="en-US" sz="4200" kern="1200" dirty="0">
            <a:solidFill>
              <a:srgbClr val="62731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0" y="2967458"/>
        <a:ext cx="2490991" cy="1780474"/>
      </dsp:txXfrm>
    </dsp:sp>
    <dsp:sp modelId="{43C9EA00-B2AE-4779-9A84-CC8DC57FEB6A}">
      <dsp:nvSpPr>
        <dsp:cNvPr id="0" name=""/>
        <dsp:cNvSpPr/>
      </dsp:nvSpPr>
      <dsp:spPr>
        <a:xfrm rot="5400000">
          <a:off x="2549504" y="2315453"/>
          <a:ext cx="2373966" cy="2490991"/>
        </a:xfrm>
        <a:prstGeom prst="round1Rect">
          <a:avLst/>
        </a:prstGeom>
        <a:solidFill>
          <a:srgbClr val="EBD18C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200" b="1" i="0" kern="12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أسس علم الصرف</a:t>
          </a:r>
          <a:endParaRPr lang="en-US" sz="4200" kern="1200" dirty="0">
            <a:solidFill>
              <a:schemeClr val="accent1">
                <a:lumMod val="75000"/>
              </a:schemeClr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2490991" y="2967457"/>
        <a:ext cx="2490991" cy="1780474"/>
      </dsp:txXfrm>
    </dsp:sp>
    <dsp:sp modelId="{589E6592-FF24-498E-A9BD-14B227D37EAF}">
      <dsp:nvSpPr>
        <dsp:cNvPr id="0" name=""/>
        <dsp:cNvSpPr/>
      </dsp:nvSpPr>
      <dsp:spPr>
        <a:xfrm>
          <a:off x="1743694" y="1780474"/>
          <a:ext cx="1494594" cy="1186983"/>
        </a:xfrm>
        <a:prstGeom prst="roundRect">
          <a:avLst/>
        </a:prstGeom>
        <a:solidFill>
          <a:schemeClr val="accent6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3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انجازات</a:t>
          </a:r>
          <a:endParaRPr lang="en-US" sz="3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01638" y="1838418"/>
        <a:ext cx="1378706" cy="1071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CDA24-0A55-4834-B3FA-55F1F770792C}">
      <dsp:nvSpPr>
        <dsp:cNvPr id="0" name=""/>
        <dsp:cNvSpPr/>
      </dsp:nvSpPr>
      <dsp:spPr>
        <a:xfrm>
          <a:off x="4769957" y="1996703"/>
          <a:ext cx="1663562" cy="16635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مؤلفاته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851165" y="2077911"/>
        <a:ext cx="1501146" cy="1501146"/>
      </dsp:txXfrm>
    </dsp:sp>
    <dsp:sp modelId="{68B7A17A-CFF1-46C5-BA8E-F98DDF2C4089}">
      <dsp:nvSpPr>
        <dsp:cNvPr id="0" name=""/>
        <dsp:cNvSpPr/>
      </dsp:nvSpPr>
      <dsp:spPr>
        <a:xfrm rot="19494381">
          <a:off x="6249377" y="1661671"/>
          <a:ext cx="202591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2591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EC89F-436E-4BA8-8453-757C6346377D}">
      <dsp:nvSpPr>
        <dsp:cNvPr id="0" name=""/>
        <dsp:cNvSpPr/>
      </dsp:nvSpPr>
      <dsp:spPr>
        <a:xfrm>
          <a:off x="8091153" y="-25932"/>
          <a:ext cx="1294470" cy="13009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القضاء في اللغة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154344" y="37259"/>
        <a:ext cx="1168088" cy="1174541"/>
      </dsp:txXfrm>
    </dsp:sp>
    <dsp:sp modelId="{A336B55C-ACD6-450A-899A-7527363AFF80}">
      <dsp:nvSpPr>
        <dsp:cNvPr id="0" name=""/>
        <dsp:cNvSpPr/>
      </dsp:nvSpPr>
      <dsp:spPr>
        <a:xfrm rot="5740">
          <a:off x="6433518" y="2832306"/>
          <a:ext cx="291546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1546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8E073-8A4C-4AC2-A2B4-4EEDF1E92C5D}">
      <dsp:nvSpPr>
        <dsp:cNvPr id="0" name=""/>
        <dsp:cNvSpPr/>
      </dsp:nvSpPr>
      <dsp:spPr>
        <a:xfrm>
          <a:off x="9348976" y="2170665"/>
          <a:ext cx="1363217" cy="133042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التمييز بين المترادفات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413922" y="2235611"/>
        <a:ext cx="1233325" cy="1200534"/>
      </dsp:txXfrm>
    </dsp:sp>
    <dsp:sp modelId="{06B61A35-8EE1-4E32-84C4-EF1ACB4C9930}">
      <dsp:nvSpPr>
        <dsp:cNvPr id="0" name=""/>
        <dsp:cNvSpPr/>
      </dsp:nvSpPr>
      <dsp:spPr>
        <a:xfrm rot="1989847">
          <a:off x="6275324" y="3903307"/>
          <a:ext cx="194232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328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C10EE0-24E7-482E-9EEE-25C47405C53B}">
      <dsp:nvSpPr>
        <dsp:cNvPr id="0" name=""/>
        <dsp:cNvSpPr/>
      </dsp:nvSpPr>
      <dsp:spPr>
        <a:xfrm>
          <a:off x="8059456" y="4214782"/>
          <a:ext cx="1363217" cy="133042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الصرف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124402" y="4279728"/>
        <a:ext cx="1233325" cy="1200534"/>
      </dsp:txXfrm>
    </dsp:sp>
    <dsp:sp modelId="{0CEC0C1D-85F8-41AC-90BB-B602D896D46C}">
      <dsp:nvSpPr>
        <dsp:cNvPr id="0" name=""/>
        <dsp:cNvSpPr/>
      </dsp:nvSpPr>
      <dsp:spPr>
        <a:xfrm rot="8761852">
          <a:off x="2978053" y="3936188"/>
          <a:ext cx="195907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9073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5797C-1657-498F-9BBB-82C081E4C5ED}">
      <dsp:nvSpPr>
        <dsp:cNvPr id="0" name=""/>
        <dsp:cNvSpPr/>
      </dsp:nvSpPr>
      <dsp:spPr>
        <a:xfrm>
          <a:off x="1782004" y="4277505"/>
          <a:ext cx="1363217" cy="133042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العروض 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46950" y="4342451"/>
        <a:ext cx="1233325" cy="1200534"/>
      </dsp:txXfrm>
    </dsp:sp>
    <dsp:sp modelId="{15C4932E-0D49-4BA5-8A0A-8DAE97D4C649}">
      <dsp:nvSpPr>
        <dsp:cNvPr id="0" name=""/>
        <dsp:cNvSpPr/>
      </dsp:nvSpPr>
      <dsp:spPr>
        <a:xfrm rot="10793796">
          <a:off x="2182709" y="2832320"/>
          <a:ext cx="258725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8725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BB9D7-7D96-4145-BAEA-854BAFA69D16}">
      <dsp:nvSpPr>
        <dsp:cNvPr id="0" name=""/>
        <dsp:cNvSpPr/>
      </dsp:nvSpPr>
      <dsp:spPr>
        <a:xfrm>
          <a:off x="819493" y="2170671"/>
          <a:ext cx="1363217" cy="13304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العلل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84439" y="2235617"/>
        <a:ext cx="1233325" cy="1200534"/>
      </dsp:txXfrm>
    </dsp:sp>
    <dsp:sp modelId="{9EB07A80-D551-48E8-9FF2-9C82C330D87F}">
      <dsp:nvSpPr>
        <dsp:cNvPr id="0" name=""/>
        <dsp:cNvSpPr/>
      </dsp:nvSpPr>
      <dsp:spPr>
        <a:xfrm rot="12854201">
          <a:off x="3090527" y="1745178"/>
          <a:ext cx="183873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873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71EFA-C9ED-4E53-ABA2-E4F9A464C492}">
      <dsp:nvSpPr>
        <dsp:cNvPr id="0" name=""/>
        <dsp:cNvSpPr/>
      </dsp:nvSpPr>
      <dsp:spPr>
        <a:xfrm>
          <a:off x="1886617" y="98857"/>
          <a:ext cx="1363217" cy="13304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كتاب العين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51563" y="163803"/>
        <a:ext cx="1233325" cy="1200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6A48D-31A0-4761-AABD-BCF82A5D000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005A0-A9BF-4C86-9B39-A3469383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5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82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4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57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2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28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4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8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4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2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998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23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71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98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172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77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3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3000"/>
    </mc:Choice>
    <mc:Fallback xmlns="">
      <p:transition advTm="36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F448ABE-D5F3-4990-B961-BD1CE037CC8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C36D6E-873A-4671-B92F-2CCEB91DC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8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62184" y="379813"/>
            <a:ext cx="8932159" cy="2976237"/>
          </a:xfrm>
        </p:spPr>
        <p:txBody>
          <a:bodyPr/>
          <a:lstStyle/>
          <a:p>
            <a:r>
              <a:rPr lang="ar-IQ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الخليل بن أحمد الفراهيدي</a:t>
            </a:r>
          </a:p>
        </p:txBody>
      </p:sp>
      <p:sp>
        <p:nvSpPr>
          <p:cNvPr id="4" name="عنوان فرعي 2"/>
          <p:cNvSpPr txBox="1">
            <a:spLocks/>
          </p:cNvSpPr>
          <p:nvPr/>
        </p:nvSpPr>
        <p:spPr bwMode="gray">
          <a:xfrm>
            <a:off x="9324944" y="3429000"/>
            <a:ext cx="2026637" cy="26587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IQ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أعداد الطلبة: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ar-IQ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١- علي سعد محمد</a:t>
            </a:r>
          </a:p>
          <a:p>
            <a:pPr algn="ctr"/>
            <a:r>
              <a:rPr lang="ar-IQ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٢- ذوالفقار </a:t>
            </a:r>
            <a:r>
              <a:rPr lang="ar-IQ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عبدالحسن</a:t>
            </a:r>
            <a:r>
              <a:rPr lang="ar-IQ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عبد </a:t>
            </a:r>
          </a:p>
          <a:p>
            <a:pPr algn="ctr"/>
            <a:r>
              <a:rPr lang="ar-IQ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٣ - نرجس اسعد خنجر</a:t>
            </a:r>
          </a:p>
        </p:txBody>
      </p:sp>
      <p:sp>
        <p:nvSpPr>
          <p:cNvPr id="6" name="مربع نص 5"/>
          <p:cNvSpPr txBox="1"/>
          <p:nvPr/>
        </p:nvSpPr>
        <p:spPr>
          <a:xfrm>
            <a:off x="1131784" y="2402393"/>
            <a:ext cx="5217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عبـقري الـلغة و مـهندس الـعروض 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BB477-CBC5-DCE8-5A41-731E3B8107D4}"/>
              </a:ext>
            </a:extLst>
          </p:cNvPr>
          <p:cNvSpPr txBox="1"/>
          <p:nvPr/>
        </p:nvSpPr>
        <p:spPr>
          <a:xfrm>
            <a:off x="1136504" y="4990068"/>
            <a:ext cx="3735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اشراف الدكتور : محمد عبد الحسين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4A52AF8B-959F-8626-4AF0-6B0EFB339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8" b="57503" l="13515" r="29750">
                        <a14:foregroundMark x1="25777" y1="23904" x2="15976" y2="40903"/>
                        <a14:foregroundMark x1="15976" y1="40903" x2="15199" y2="35591"/>
                        <a14:foregroundMark x1="20121" y1="15803" x2="21114" y2="18327"/>
                        <a14:foregroundMark x1="26123" y1="43559" x2="17789" y2="43028"/>
                        <a14:foregroundMark x1="20294" y1="44887" x2="18351" y2="44887"/>
                        <a14:foregroundMark x1="24050" y1="54050" x2="18998" y2="52988"/>
                        <a14:foregroundMark x1="18998" y1="52988" x2="14637" y2="45551"/>
                        <a14:foregroundMark x1="14637" y1="45551" x2="13515" y2="26826"/>
                        <a14:foregroundMark x1="13515" y1="26826" x2="16278" y2="13413"/>
                        <a14:foregroundMark x1="16278" y1="13413" x2="20639" y2="7171"/>
                        <a14:foregroundMark x1="20639" y1="7171" x2="25389" y2="10093"/>
                        <a14:foregroundMark x1="25389" y1="10093" x2="28713" y2="20053"/>
                        <a14:foregroundMark x1="28713" y1="20053" x2="29447" y2="33997"/>
                        <a14:foregroundMark x1="29447" y1="33997" x2="27504" y2="48606"/>
                        <a14:foregroundMark x1="27504" y1="48606" x2="24396" y2="54582"/>
                        <a14:foregroundMark x1="15933" y1="49668" x2="14508" y2="47012"/>
                        <a14:foregroundMark x1="15199" y1="47012" x2="13558" y2="35989"/>
                        <a14:foregroundMark x1="13558" y1="35989" x2="13515" y2="23904"/>
                        <a14:foregroundMark x1="13515" y1="23904" x2="16019" y2="12882"/>
                        <a14:foregroundMark x1="16019" y1="12882" x2="18394" y2="8499"/>
                        <a14:foregroundMark x1="18782" y1="7703" x2="23057" y2="5843"/>
                        <a14:foregroundMark x1="23057" y1="5843" x2="25907" y2="10226"/>
                        <a14:foregroundMark x1="29275" y1="20717" x2="29750" y2="28021"/>
                        <a14:foregroundMark x1="24482" y1="54980" x2="22625" y2="57503"/>
                        <a14:foregroundMark x1="22971" y1="49934" x2="25173" y2="32138"/>
                        <a14:foregroundMark x1="25173" y1="32138" x2="25216" y2="29615"/>
                        <a14:foregroundMark x1="20294" y1="12882" x2="18998" y2="33599"/>
                        <a14:foregroundMark x1="18048" y1="35193" x2="17746" y2="21780"/>
                        <a14:foregroundMark x1="23877" y1="22444" x2="22971" y2="17663"/>
                        <a14:backgroundMark x1="28670" y1="8499" x2="29750" y2="11023"/>
                        <a14:backgroundMark x1="29275" y1="10093" x2="26813" y2="6109"/>
                      </a14:backgroundRemoval>
                    </a14:imgEffect>
                  </a14:imgLayer>
                </a14:imgProps>
              </a:ext>
            </a:extLst>
          </a:blip>
          <a:srcRect l="12306" t="2913" r="69363" b="40650"/>
          <a:stretch>
            <a:fillRect/>
          </a:stretch>
        </p:blipFill>
        <p:spPr>
          <a:xfrm>
            <a:off x="9588719" y="165220"/>
            <a:ext cx="2234992" cy="223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3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3000"/>
    </mc:Choice>
    <mc:Fallback xmlns="">
      <p:transition advTm="36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137560-D2BC-B30C-2F65-D0FF86DB6DBB}"/>
              </a:ext>
            </a:extLst>
          </p:cNvPr>
          <p:cNvSpPr/>
          <p:nvPr/>
        </p:nvSpPr>
        <p:spPr>
          <a:xfrm>
            <a:off x="6189949" y="1096476"/>
            <a:ext cx="4868563" cy="877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52814" y="756482"/>
            <a:ext cx="6005698" cy="1062746"/>
          </a:xfrm>
        </p:spPr>
        <p:txBody>
          <a:bodyPr>
            <a:normAutofit/>
          </a:bodyPr>
          <a:lstStyle/>
          <a:p>
            <a:pPr algn="r" rtl="1"/>
            <a:r>
              <a:rPr lang="ar-IQ" b="1" dirty="0">
                <a:latin typeface="Times New Roman" pitchFamily="18" charset="0"/>
                <a:cs typeface="Times New Roman" pitchFamily="18" charset="0"/>
              </a:rPr>
              <a:t>حياته ونشأته :- </a:t>
            </a:r>
          </a:p>
        </p:txBody>
      </p:sp>
      <p:pic>
        <p:nvPicPr>
          <p:cNvPr id="6" name="عنصر نائب للصورة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" r="2940"/>
          <a:stretch>
            <a:fillRect/>
          </a:stretch>
        </p:blipFill>
        <p:spPr>
          <a:xfrm>
            <a:off x="811444" y="756482"/>
            <a:ext cx="3772848" cy="5345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6096000" y="2128384"/>
            <a:ext cx="4962512" cy="3889420"/>
          </a:xfrm>
        </p:spPr>
        <p:txBody>
          <a:bodyPr>
            <a:normAutofit lnSpcReduction="10000"/>
          </a:bodyPr>
          <a:lstStyle/>
          <a:p>
            <a:pPr algn="r" rtl="1"/>
            <a:r>
              <a:rPr lang="ar-IQ" sz="2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هو خليل بن احمد بن عمرو بن تميم الفراهيدي الأزدي  </a:t>
            </a:r>
          </a:p>
          <a:p>
            <a:pPr algn="r" rtl="1"/>
            <a:r>
              <a:rPr lang="ar-IQ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ولادته : </a:t>
            </a:r>
          </a:p>
          <a:p>
            <a:pPr algn="r" rtl="1"/>
            <a:r>
              <a:rPr lang="ar-IQ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ولد عام 100 هـ / 718 م  في عمان ونشا في البصرة .</a:t>
            </a:r>
          </a:p>
          <a:p>
            <a:pPr algn="r" rtl="1"/>
            <a:r>
              <a:rPr lang="ar-IQ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وفاته :</a:t>
            </a:r>
          </a:p>
          <a:p>
            <a:pPr algn="r" rtl="1"/>
            <a:r>
              <a:rPr lang="ar-IQ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توفي سنة 170 هـ / 786 م .</a:t>
            </a:r>
          </a:p>
          <a:p>
            <a:pPr algn="r" rtl="1">
              <a:lnSpc>
                <a:spcPct val="150000"/>
              </a:lnSpc>
            </a:pPr>
            <a:r>
              <a:rPr lang="ar-IQ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عاش الفراهيدي في العصر العباسي , وهو من تلامذة عبد الله بن ابي اسحاق وتأثر بكبار علماء اللغة في البصرة , مثل سيبويه الذي تتلمذ على يده .</a:t>
            </a:r>
          </a:p>
        </p:txBody>
      </p:sp>
    </p:spTree>
    <p:extLst>
      <p:ext uri="{BB962C8B-B14F-4D97-AF65-F5344CB8AC3E}">
        <p14:creationId xmlns:p14="http://schemas.microsoft.com/office/powerpoint/2010/main" val="1604266356"/>
      </p:ext>
    </p:extLst>
  </p:cSld>
  <p:clrMapOvr>
    <a:masterClrMapping/>
  </p:clrMapOvr>
  <p:transition spd="slow" advTm="36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777869-0F80-0DAE-6A1A-633AA99BD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328" y="1989438"/>
            <a:ext cx="7168294" cy="3507945"/>
          </a:xfrm>
        </p:spPr>
        <p:txBody>
          <a:bodyPr>
            <a:noAutofit/>
          </a:bodyPr>
          <a:lstStyle/>
          <a:p>
            <a:pPr rtl="1">
              <a:buFont typeface="Arial" panose="020B0604020202020204" pitchFamily="34" charset="0"/>
              <a:buChar char="•"/>
            </a:pPr>
            <a:r>
              <a:rPr lang="ar-IQ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النشأة والخلفية: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وُلِد خليل في بيئة غنية بالعلوم والشعر؛ حيث تأثر بالأدب العربي منذ نعومة أظفاره.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نشأ في فترة شهدت ازدهار الحضارة الإسلامية وتنامي الاهتمام بالدراسات اللغوية.</a:t>
            </a:r>
            <a:endParaRPr lang="ar-IQ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rtl="1">
              <a:buFont typeface="Arial" panose="020B0604020202020204" pitchFamily="34" charset="0"/>
              <a:buChar char="•"/>
            </a:pPr>
            <a:endParaRPr lang="ar-SA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1">
              <a:buFont typeface="Arial" panose="020B0604020202020204" pitchFamily="34" charset="0"/>
              <a:buChar char="•"/>
            </a:pPr>
            <a:r>
              <a:rPr lang="ar-IQ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العوامل المؤثرة في حياته: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البيئة الثقافية والدينية التي احتضنت العلم والمعرفة.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التواصل مع العلماء والأدباء الذين ساهموا في تشكيل ذوقه العلمي والأدبي.</a:t>
            </a:r>
          </a:p>
          <a:p>
            <a:pPr rtl="1"/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6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B7E9A086-6B8C-6FF3-B463-540DC37ED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409484"/>
              </p:ext>
            </p:extLst>
          </p:nvPr>
        </p:nvGraphicFramePr>
        <p:xfrm>
          <a:off x="3605008" y="1055033"/>
          <a:ext cx="4981983" cy="474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C44675-7225-9D6A-00F7-8E7BA6C34536}"/>
              </a:ext>
            </a:extLst>
          </p:cNvPr>
          <p:cNvCxnSpPr/>
          <p:nvPr/>
        </p:nvCxnSpPr>
        <p:spPr>
          <a:xfrm>
            <a:off x="8686800" y="3428999"/>
            <a:ext cx="2434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C8EC66-AC7C-6A15-68EB-00520EEDDA1F}"/>
              </a:ext>
            </a:extLst>
          </p:cNvPr>
          <p:cNvCxnSpPr>
            <a:cxnSpLocks/>
          </p:cNvCxnSpPr>
          <p:nvPr/>
        </p:nvCxnSpPr>
        <p:spPr>
          <a:xfrm>
            <a:off x="976184" y="3414582"/>
            <a:ext cx="2434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EB7B36-6B1C-1795-C1CC-7DAF359CA95A}"/>
              </a:ext>
            </a:extLst>
          </p:cNvPr>
          <p:cNvSpPr txBox="1"/>
          <p:nvPr/>
        </p:nvSpPr>
        <p:spPr>
          <a:xfrm>
            <a:off x="8686800" y="1382582"/>
            <a:ext cx="26731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وضع</a:t>
            </a:r>
            <a:r>
              <a:rPr lang="ar-IQ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IQ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خليل بن أحمد نظامًا علميًّا لوزن الشعر العربي، وقسّم الأوزان إلى </a:t>
            </a:r>
            <a:r>
              <a:rPr lang="ar-IQ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خمسة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عشر </a:t>
            </a:r>
            <a:r>
              <a:rPr lang="ar-IQ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بحرا </a:t>
            </a:r>
            <a:r>
              <a:rPr lang="ar-SA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شعريًّا ، وربطها بحركات الإعراب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24863-780C-3DF1-859D-032C2CCD5AA2}"/>
              </a:ext>
            </a:extLst>
          </p:cNvPr>
          <p:cNvSpPr txBox="1"/>
          <p:nvPr/>
        </p:nvSpPr>
        <p:spPr>
          <a:xfrm>
            <a:off x="8586991" y="4040279"/>
            <a:ext cx="30716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SA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درس التغيرات الصوتية في الكلمات </a:t>
            </a:r>
            <a:r>
              <a:rPr lang="ar-IQ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ar-SA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(تسكين الحروف أو تحريكها)</a:t>
            </a:r>
            <a:r>
              <a:rPr lang="ar-IQ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وأسس قواعد تصريف الأفعال والأسماء.</a:t>
            </a:r>
            <a:endParaRPr lang="en-US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99B86-A48B-B437-C609-8851AD028037}"/>
              </a:ext>
            </a:extLst>
          </p:cNvPr>
          <p:cNvSpPr txBox="1"/>
          <p:nvPr/>
        </p:nvSpPr>
        <p:spPr>
          <a:xfrm>
            <a:off x="533399" y="4101834"/>
            <a:ext cx="30716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SA" sz="19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ألّف "كتاب العين" ، أول معجم عربي يُرتب حسب</a:t>
            </a:r>
            <a:r>
              <a:rPr lang="ar-IQ" sz="19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19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مخارج الحروف (من الحرف الأثقل إلى الأخف)، وشرح أصول الكلمات ومشتقاتها</a:t>
            </a:r>
            <a:endParaRPr lang="en-US" sz="1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848AA-E568-8DBB-53B4-BC255ACB41AB}"/>
              </a:ext>
            </a:extLst>
          </p:cNvPr>
          <p:cNvSpPr txBox="1"/>
          <p:nvPr/>
        </p:nvSpPr>
        <p:spPr>
          <a:xfrm>
            <a:off x="533399" y="1655104"/>
            <a:ext cx="307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SA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حلل الفروق الدقيقة بين المترادفات (مثل: الضحك </a:t>
            </a:r>
            <a:r>
              <a:rPr lang="ar-IQ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ضد </a:t>
            </a:r>
            <a:r>
              <a:rPr lang="ar-SA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الابتسام)،</a:t>
            </a:r>
            <a:r>
              <a:rPr lang="ar-IQ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ar-SA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وربط بين اللغة والاجتماع.</a:t>
            </a:r>
            <a:endParaRPr lang="en-US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17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8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E9005B-22F8-5714-9636-BDD74F628F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7944025"/>
              </p:ext>
            </p:extLst>
          </p:nvPr>
        </p:nvGraphicFramePr>
        <p:xfrm>
          <a:off x="494270" y="593124"/>
          <a:ext cx="11096368" cy="5545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2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273BFDAB-09E7-E470-0A35-FE55EF2E16D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" r="2995"/>
          <a:stretch>
            <a:fillRect/>
          </a:stretch>
        </p:blipFill>
        <p:spPr>
          <a:xfrm>
            <a:off x="987361" y="1041400"/>
            <a:ext cx="3063875" cy="4775200"/>
          </a:xfr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4CABDFFE-CF23-B4C6-9C6B-73BC9DC77179}"/>
              </a:ext>
            </a:extLst>
          </p:cNvPr>
          <p:cNvSpPr/>
          <p:nvPr/>
        </p:nvSpPr>
        <p:spPr>
          <a:xfrm>
            <a:off x="5127923" y="833968"/>
            <a:ext cx="6241816" cy="597356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chemeClr val="accent6">
              <a:lumMod val="75000"/>
            </a:schemeClr>
          </a:solidFill>
          <a:ln w="19050"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كتاب العين</a:t>
            </a:r>
            <a:endParaRPr lang="en-US" sz="3200" b="1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D5A931B-2E2B-CA46-566B-C092DB4B679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61025" y="1668348"/>
            <a:ext cx="71431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يُعدّ «كتاب العين» من أهم إنجازاته، حيث يُعتبر المعجم الأول الذي جمع بين الترتيب المنهجي للكلمات وتنظيم الحروف بشكل علمي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3DA793D5-C9B8-5C28-D7C8-38BE191BEB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82279" y="2828702"/>
            <a:ext cx="662236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أسس الكتاب مبادئ البحث اللغوي الذي اعتمد عليه العلماء في تأليف المعاجم اللاحقة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ساهم في تحسين كيفية فهم العلاقة بين الكلمات وجذورها، مما أثرى اللغة العربية وساهم في تعزيز قدرتها التعبيرية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FD5481BB-10F2-6352-E655-46AC7D569C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81792" y="4389164"/>
            <a:ext cx="66223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ظل «كتاب العين» مرجعية أساسية في الدراسات اللغوية لفترة طويلة، واستُلهم منه نهج العديد من العلماء والمؤلفين فيما بعد.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64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5CBAF7-0EA5-F364-0A5D-F8EA9D0A1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3610" y="1791729"/>
            <a:ext cx="7007656" cy="3558746"/>
          </a:xfrm>
        </p:spPr>
        <p:txBody>
          <a:bodyPr>
            <a:noAutofit/>
          </a:bodyPr>
          <a:lstStyle/>
          <a:p>
            <a:pPr rtl="1">
              <a:buFont typeface="Arial" panose="020B0604020202020204" pitchFamily="34" charset="0"/>
              <a:buChar char="•"/>
            </a:pPr>
            <a:r>
              <a:rPr lang="ar-S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الإرث الفكري: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ترك خليل بن أحمد إرثاً علمياً عميقاً لا يزال يدرس ويُحتذى به في مناهج اللغة العربية.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تأثيره يظهر جلياً في أساليب البحث اللغوي والأنظمة التصنيفية في المعاجم.</a:t>
            </a:r>
            <a:endParaRPr lang="ar-S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التأثير المعاصر:</a:t>
            </a:r>
            <a:endParaRPr lang="ar-SA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ما زالت الدراسات والمؤتمرات الأكاديمية تناقش أفكاره وإسهاماته.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تُدرّس بعض من مبادئه في الجامعات كمؤشر على روعة منهجيته وسيرته العلمية.</a:t>
            </a:r>
          </a:p>
          <a:p>
            <a:pPr rt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6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240E9C6-08A6-7086-E4BC-2C7AD1918B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1" r="2951"/>
          <a:stretch>
            <a:fillRect/>
          </a:stretch>
        </p:blipFill>
        <p:spPr>
          <a:xfrm>
            <a:off x="1236920" y="1025610"/>
            <a:ext cx="3063875" cy="47752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E09794-A93E-B7A5-96B5-A121CC1B6F77}"/>
              </a:ext>
            </a:extLst>
          </p:cNvPr>
          <p:cNvSpPr txBox="1"/>
          <p:nvPr/>
        </p:nvSpPr>
        <p:spPr>
          <a:xfrm>
            <a:off x="4658497" y="1235675"/>
            <a:ext cx="67558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buNone/>
            </a:pPr>
            <a:endParaRPr lang="ar-SA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Low" rtl="1">
              <a:buFont typeface="Arial" panose="020B0604020202020204" pitchFamily="34" charset="0"/>
              <a:buChar char="•"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تشكل جهود العلماء العرب مثل الخليل بن أحمد الفراهيدي الأساس الذي بُنيت عليه تطورات اللغة العربية لاحقاً.</a:t>
            </a:r>
          </a:p>
          <a:p>
            <a:pPr algn="justLow" rtl="1">
              <a:buFont typeface="Arial" panose="020B0604020202020204" pitchFamily="34" charset="0"/>
              <a:buChar char="•"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الابتكار اللغوي لا يقتصر على الماضي، بل يستمر في العصر الحديث عبر تطوير معاجم رقمية وبرمجيات لمعالجة اللغة العربية.</a:t>
            </a:r>
            <a:br>
              <a:rPr lang="ar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ar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ar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ar-IQ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ar-S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Low" rtl="1">
              <a:buFont typeface="Arial" panose="020B0604020202020204" pitchFamily="34" charset="0"/>
              <a:buChar char="•"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دور التكنولوجيا أصبح محورياً في الحفاظ على اللغة العربية وتعزيز استخدامها في المنصات العالمية.</a:t>
            </a:r>
          </a:p>
          <a:p>
            <a:pPr algn="justLow" rtl="1">
              <a:buFont typeface="Arial" panose="020B0604020202020204" pitchFamily="34" charset="0"/>
              <a:buChar char="•"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تسعى المؤسسات الأكاديمية اليوم إلى دمج تقنيات الذكاء الاصطناعي في تعليم اللغة العربية وفهم النصوص وتحليلها.</a:t>
            </a:r>
          </a:p>
          <a:p>
            <a:pPr algn="just" rtl="1">
              <a:buFont typeface="Arial" panose="020B0604020202020204" pitchFamily="34" charset="0"/>
              <a:buChar char="•"/>
            </a:pP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من ال</a:t>
            </a:r>
            <a:r>
              <a:rPr lang="ar-IQ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ضرورة</a:t>
            </a:r>
            <a:r>
              <a:rPr lang="ar-SA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دعم البحث العلمي في علوم اللغة لضمان تطورها ومواكبتها لمتطلبات العصر الحديث.</a:t>
            </a:r>
          </a:p>
          <a:p>
            <a:pPr algn="justLow" rt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C2E4384-2F4F-AC34-7A15-BDE5A6B8D24A}"/>
              </a:ext>
            </a:extLst>
          </p:cNvPr>
          <p:cNvSpPr/>
          <p:nvPr/>
        </p:nvSpPr>
        <p:spPr>
          <a:xfrm>
            <a:off x="4713264" y="726932"/>
            <a:ext cx="6241816" cy="597356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chemeClr val="accent6">
              <a:lumMod val="75000"/>
            </a:schemeClr>
          </a:solidFill>
          <a:ln w="19050"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أهمية الابتكار في تطوير اللغة العربية</a:t>
            </a:r>
          </a:p>
        </p:txBody>
      </p:sp>
    </p:spTree>
    <p:extLst>
      <p:ext uri="{BB962C8B-B14F-4D97-AF65-F5344CB8AC3E}">
        <p14:creationId xmlns:p14="http://schemas.microsoft.com/office/powerpoint/2010/main" val="386289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ar-IQ" sz="72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شكرا</a:t>
            </a:r>
          </a:p>
          <a:p>
            <a:pPr marL="0" indent="0" algn="ctr">
              <a:buNone/>
            </a:pPr>
            <a:endParaRPr lang="ar-IQ" sz="72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71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63000">
        <p:circle/>
      </p:transition>
    </mc:Choice>
    <mc:Fallback xmlns="">
      <p:transition spd="slow" advTm="363000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692</TotalTime>
  <Words>505</Words>
  <Application>Microsoft Office PowerPoint</Application>
  <PresentationFormat>شاشة عريضة</PresentationFormat>
  <Paragraphs>57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Organic</vt:lpstr>
      <vt:lpstr>الخليل بن أحمد الفراهيدي</vt:lpstr>
      <vt:lpstr>حياته ونشأته :-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سمارت فيو</dc:creator>
  <cp:lastModifiedBy>ENG</cp:lastModifiedBy>
  <cp:revision>49</cp:revision>
  <dcterms:created xsi:type="dcterms:W3CDTF">2024-11-29T17:24:45Z</dcterms:created>
  <dcterms:modified xsi:type="dcterms:W3CDTF">2026-01-25T11:20:50Z</dcterms:modified>
</cp:coreProperties>
</file>